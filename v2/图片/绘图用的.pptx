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A02"/>
    <a:srgbClr val="F6F11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3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1164BD8F-2009-5925-58DF-E57EE83A435D}"/>
              </a:ext>
            </a:extLst>
          </p:cNvPr>
          <p:cNvSpPr/>
          <p:nvPr/>
        </p:nvSpPr>
        <p:spPr>
          <a:xfrm>
            <a:off x="1628327" y="2235370"/>
            <a:ext cx="4252881" cy="2387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595A596-3C0C-0AC7-3D89-BB7901B16088}"/>
              </a:ext>
            </a:extLst>
          </p:cNvPr>
          <p:cNvSpPr/>
          <p:nvPr/>
        </p:nvSpPr>
        <p:spPr>
          <a:xfrm>
            <a:off x="1843119" y="2572900"/>
            <a:ext cx="1871758" cy="1080097"/>
          </a:xfrm>
          <a:prstGeom prst="roundRect">
            <a:avLst/>
          </a:prstGeom>
          <a:solidFill>
            <a:srgbClr val="F6F11E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15C156-9BCC-DDD7-B5CC-D4DC65295A5C}"/>
              </a:ext>
            </a:extLst>
          </p:cNvPr>
          <p:cNvSpPr/>
          <p:nvPr/>
        </p:nvSpPr>
        <p:spPr>
          <a:xfrm>
            <a:off x="3812046" y="2572901"/>
            <a:ext cx="1871758" cy="1080097"/>
          </a:xfrm>
          <a:prstGeom prst="roundRect">
            <a:avLst/>
          </a:prstGeom>
          <a:solidFill>
            <a:srgbClr val="F6F11E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86C46C-C71D-804E-9053-3E3D21647F8D}"/>
              </a:ext>
            </a:extLst>
          </p:cNvPr>
          <p:cNvSpPr/>
          <p:nvPr/>
        </p:nvSpPr>
        <p:spPr>
          <a:xfrm>
            <a:off x="6096000" y="2235370"/>
            <a:ext cx="4252881" cy="2387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BDB47BD-BDEA-34A9-80F3-722EC88E9DC9}"/>
              </a:ext>
            </a:extLst>
          </p:cNvPr>
          <p:cNvSpPr/>
          <p:nvPr/>
        </p:nvSpPr>
        <p:spPr>
          <a:xfrm>
            <a:off x="6310792" y="2572900"/>
            <a:ext cx="1871758" cy="1080097"/>
          </a:xfrm>
          <a:prstGeom prst="roundRect">
            <a:avLst/>
          </a:prstGeom>
          <a:solidFill>
            <a:srgbClr val="F6F11E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2620508-EF1F-4671-5632-F2E3EA44EDC7}"/>
              </a:ext>
            </a:extLst>
          </p:cNvPr>
          <p:cNvSpPr/>
          <p:nvPr/>
        </p:nvSpPr>
        <p:spPr>
          <a:xfrm>
            <a:off x="8279719" y="2572901"/>
            <a:ext cx="1871758" cy="1080097"/>
          </a:xfrm>
          <a:prstGeom prst="roundRect">
            <a:avLst/>
          </a:prstGeom>
          <a:solidFill>
            <a:srgbClr val="F2BA0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465C2A-3395-7810-DD6E-9448531265F4}"/>
              </a:ext>
            </a:extLst>
          </p:cNvPr>
          <p:cNvSpPr txBox="1"/>
          <p:nvPr/>
        </p:nvSpPr>
        <p:spPr>
          <a:xfrm>
            <a:off x="7052889" y="387620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烘干终点判定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F6D611-0604-24A0-43DB-DE6E0671C260}"/>
              </a:ext>
            </a:extLst>
          </p:cNvPr>
          <p:cNvSpPr txBox="1"/>
          <p:nvPr/>
        </p:nvSpPr>
        <p:spPr>
          <a:xfrm>
            <a:off x="2585216" y="387620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建立变化模型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28E83B-6C53-2CC0-C71C-7570B34043BE}"/>
              </a:ext>
            </a:extLst>
          </p:cNvPr>
          <p:cNvSpPr txBox="1"/>
          <p:nvPr/>
        </p:nvSpPr>
        <p:spPr>
          <a:xfrm>
            <a:off x="2378888" y="264881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问题一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DFFED5-E1FF-7FF2-60AB-8976DA549C70}"/>
              </a:ext>
            </a:extLst>
          </p:cNvPr>
          <p:cNvSpPr txBox="1"/>
          <p:nvPr/>
        </p:nvSpPr>
        <p:spPr>
          <a:xfrm>
            <a:off x="4347815" y="264881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问题二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00D1C5F-D69C-FC81-102F-B2C3D41AE478}"/>
              </a:ext>
            </a:extLst>
          </p:cNvPr>
          <p:cNvSpPr txBox="1"/>
          <p:nvPr/>
        </p:nvSpPr>
        <p:spPr>
          <a:xfrm>
            <a:off x="2071111" y="309044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预热平衡阶段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9056FA-95AA-3E30-FF86-0541C22CCBFF}"/>
              </a:ext>
            </a:extLst>
          </p:cNvPr>
          <p:cNvSpPr txBox="1"/>
          <p:nvPr/>
        </p:nvSpPr>
        <p:spPr>
          <a:xfrm>
            <a:off x="4040038" y="309044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整个烘干阶段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5B9430-B581-3283-DFAD-0F4E9865F906}"/>
              </a:ext>
            </a:extLst>
          </p:cNvPr>
          <p:cNvSpPr txBox="1"/>
          <p:nvPr/>
        </p:nvSpPr>
        <p:spPr>
          <a:xfrm>
            <a:off x="6846561" y="264881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问题三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2A4A1C8-5673-5C77-6FB6-4B6E268A2879}"/>
              </a:ext>
            </a:extLst>
          </p:cNvPr>
          <p:cNvSpPr txBox="1"/>
          <p:nvPr/>
        </p:nvSpPr>
        <p:spPr>
          <a:xfrm>
            <a:off x="8815488" y="264881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问题四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9A2925F-A00F-8E2C-FA0D-E691FC1DD3D4}"/>
              </a:ext>
            </a:extLst>
          </p:cNvPr>
          <p:cNvSpPr txBox="1"/>
          <p:nvPr/>
        </p:nvSpPr>
        <p:spPr>
          <a:xfrm>
            <a:off x="6641376" y="3090445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不考虑形变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C21F20F-DAAB-5D8A-544A-B37EE946A423}"/>
              </a:ext>
            </a:extLst>
          </p:cNvPr>
          <p:cNvSpPr txBox="1"/>
          <p:nvPr/>
        </p:nvSpPr>
        <p:spPr>
          <a:xfrm>
            <a:off x="8712895" y="309044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考虑形变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49E6C17-8C74-3BFC-BEA3-ED5A35CC18F2}"/>
              </a:ext>
            </a:extLst>
          </p:cNvPr>
          <p:cNvSpPr/>
          <p:nvPr/>
        </p:nvSpPr>
        <p:spPr>
          <a:xfrm>
            <a:off x="1843119" y="1818060"/>
            <a:ext cx="6339431" cy="263887"/>
          </a:xfrm>
          <a:prstGeom prst="roundRect">
            <a:avLst/>
          </a:prstGeom>
          <a:solidFill>
            <a:srgbClr val="F6F1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不考虑形变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E9E3C5F-CE9A-5239-15B3-26A326B9FF2E}"/>
              </a:ext>
            </a:extLst>
          </p:cNvPr>
          <p:cNvSpPr/>
          <p:nvPr/>
        </p:nvSpPr>
        <p:spPr>
          <a:xfrm>
            <a:off x="8279719" y="1818059"/>
            <a:ext cx="1871758" cy="263887"/>
          </a:xfrm>
          <a:prstGeom prst="roundRect">
            <a:avLst/>
          </a:prstGeom>
          <a:solidFill>
            <a:srgbClr val="F2BA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考虑形变</a:t>
            </a: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33FD6510-01E6-1851-8680-8ABC418A837A}"/>
              </a:ext>
            </a:extLst>
          </p:cNvPr>
          <p:cNvSpPr/>
          <p:nvPr/>
        </p:nvSpPr>
        <p:spPr>
          <a:xfrm>
            <a:off x="3560479" y="2970775"/>
            <a:ext cx="405962" cy="23933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73EDD3F1-3F06-1BE0-7FD7-76C4A0D9562C}"/>
              </a:ext>
            </a:extLst>
          </p:cNvPr>
          <p:cNvSpPr/>
          <p:nvPr/>
        </p:nvSpPr>
        <p:spPr>
          <a:xfrm>
            <a:off x="7893629" y="1834540"/>
            <a:ext cx="657622" cy="2474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8406BDE3-8B95-AD3F-8D14-A8A2F87931D1}"/>
              </a:ext>
            </a:extLst>
          </p:cNvPr>
          <p:cNvSpPr/>
          <p:nvPr/>
        </p:nvSpPr>
        <p:spPr>
          <a:xfrm>
            <a:off x="5792224" y="3309329"/>
            <a:ext cx="405962" cy="23933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8107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54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黑体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麦旋风小饼干</dc:creator>
  <cp:lastModifiedBy>文腾 白</cp:lastModifiedBy>
  <cp:revision>5</cp:revision>
  <dcterms:created xsi:type="dcterms:W3CDTF">2023-08-09T12:44:00Z</dcterms:created>
  <dcterms:modified xsi:type="dcterms:W3CDTF">2026-09-10T17:35:48Z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